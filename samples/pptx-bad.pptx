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Bước 2: chốt tính năng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Bước 1: khảo sát khách hàng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Kế hoạch quý 3</a:t>
            </a:r>
          </a:p>
        </p:txBody>
      </p:sp>
      <p:pic>
        <p:nvPicPr>
          <p:cNvPr id="5" name="Picture 4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45720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