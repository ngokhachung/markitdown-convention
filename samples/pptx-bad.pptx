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Tháng 7</c:v>
                </c:pt>
                <c:pt idx="1">
                  <c:v>Tháng 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200</c:v>
                </c:pt>
              </c:numCache>
            </c:numRef>
          </c:val>
        </c:ser>
        <c:axId val="-2068027336"/>
        <c:axId val="-2113994440"/>
      </c:bar3D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Bước 2: chốt tính năng [vi phạm PPTX-05: đặt trên]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Bước 1: khảo sát khách hàng [vi phạm PPTX-05: đặt dưới]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Kế hoạch quý 3 [vi phạm PPTX-01: textbox không thành heading]</a:t>
            </a:r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nhồi 2 chủ đề [vi phạm PPTX-09]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9144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 gridSpan="2">
                  <a:txBody>
                    <a:bodyPr/>
                    <a:lstStyle/>
                    <a:p>
                      <a:r>
                        <a:t>Doanh thu [vi phạm PPTX-08: merge]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