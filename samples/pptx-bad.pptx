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2: chốt tính năng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Bước 1: khảo sát khách hàng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Kế hoạch quý 3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45720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