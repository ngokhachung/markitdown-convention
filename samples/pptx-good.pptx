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Tháng 7</c:v>
                </c:pt>
                <c:pt idx="1">
                  <c:v>Tháng 8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200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 tiết: khảo sát 50 khách hàng nhóm A trong tháng 7. [PPTX-07]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 hoạch quý 3 [PPTX-01]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Bước 1: khảo sát khách hàng [PPTX-03: bullet thay SmartArt]</a:t>
            </a:r>
          </a:p>
          <a:p>
            <a:r>
              <a:t>Bước 2: chốt tính năng [PPTX-05: đúng trục đọc]</a:t>
            </a:r>
          </a:p>
        </p:txBody>
      </p:sp>
      <p:pic>
        <p:nvPicPr>
          <p:cNvPr id="4" name="Picture 3" descr="Sơ đồ timeline quý 3: tháng 7 khảo sát, tháng 8 chốt [PPTX-02]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Doanh thu theo tháng [PPTX-06]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 tiết doanh thu [PPTX-08]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Tháng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Doanh thu [PPTX-04: số liệu bằng chữ]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0" y="18288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▲ Tăng trưởng — icon kèm nhãn chữ [PPTX-10]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