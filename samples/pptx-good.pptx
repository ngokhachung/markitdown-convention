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Tháng 7</c:v>
                </c:pt>
                <c:pt idx="1">
                  <c:v>Tháng 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 tiết: khảo sát 50 khách hàng nhóm A trong tháng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quý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Bước 1: khảo sát khách hàng</a:t>
            </a:r>
          </a:p>
          <a:p>
            <a:r>
              <a:t>Bước 2: chốt tính năng</a:t>
            </a:r>
          </a:p>
        </p:txBody>
      </p:sp>
      <p:pic>
        <p:nvPicPr>
          <p:cNvPr id="4" name="Picture 3" descr="Sơ đồ timeline quý 3: tháng 7 khảo sát, tháng 8 chốt tính nă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Doanh thu theo tháng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